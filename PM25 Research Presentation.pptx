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93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 Pollution Exposure in Nigerian Secondary Schools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PM2.5 Research | Early Health Intervention Through Data</a:t>
            </a:r>
          </a:p>
          <a:p>
            <a:r>
              <a:t>Oyeleye Shina Joseph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</a:t>
            </a:r>
            <a:r>
              <a:rPr dirty="0"/>
              <a:t> Children are highly vulnerable to air pollution</a:t>
            </a:r>
          </a:p>
          <a:p>
            <a:pPr marL="0" indent="0">
              <a:buNone/>
            </a:pPr>
            <a:r>
              <a:rPr dirty="0"/>
              <a:t>• Many schools lack air quality monitoring</a:t>
            </a:r>
          </a:p>
          <a:p>
            <a:pPr marL="0" indent="0">
              <a:buNone/>
            </a:pPr>
            <a:r>
              <a:rPr dirty="0"/>
              <a:t>• PM2.5 exposure linked to respiratory and cardiovascular diseases</a:t>
            </a:r>
          </a:p>
          <a:p>
            <a:pPr marL="0" indent="0">
              <a:buNone/>
            </a:pPr>
            <a:r>
              <a:rPr dirty="0"/>
              <a:t>• Hidden environmental risks in learning environments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Four secondary schools monitored</a:t>
            </a:r>
          </a:p>
          <a:p>
            <a:pPr marL="0" indent="0">
              <a:buNone/>
            </a:pPr>
            <a:r>
              <a:rPr dirty="0"/>
              <a:t>• Indoor and outdoor measurements</a:t>
            </a:r>
          </a:p>
          <a:p>
            <a:pPr marL="0" indent="0">
              <a:buNone/>
            </a:pPr>
            <a:r>
              <a:rPr dirty="0"/>
              <a:t>• PM2.5 concentration analysis</a:t>
            </a:r>
          </a:p>
          <a:p>
            <a:pPr marL="0" indent="0">
              <a:buNone/>
            </a:pPr>
            <a:r>
              <a:rPr dirty="0"/>
              <a:t>• Comparison with international air quality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Two schools exceeded safe PM2.5 limits</a:t>
            </a:r>
          </a:p>
          <a:p>
            <a:pPr marL="0" indent="0">
              <a:buNone/>
            </a:pPr>
            <a:r>
              <a:rPr dirty="0"/>
              <a:t>• Indoor pollution sometimes higher than outdoor</a:t>
            </a:r>
          </a:p>
          <a:p>
            <a:pPr marL="0" indent="0">
              <a:buNone/>
            </a:pPr>
            <a:r>
              <a:rPr dirty="0"/>
              <a:t>• Poor ventilation identified</a:t>
            </a:r>
          </a:p>
          <a:p>
            <a:pPr marL="0" indent="0">
              <a:buNone/>
            </a:pPr>
            <a:r>
              <a:rPr dirty="0"/>
              <a:t>• Long-term health risks for students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Improve classroom ventilation</a:t>
            </a:r>
          </a:p>
          <a:p>
            <a:pPr marL="0" indent="0">
              <a:buNone/>
            </a:pPr>
            <a:r>
              <a:rPr dirty="0"/>
              <a:t>• Implement air quality monitoring programs</a:t>
            </a:r>
          </a:p>
          <a:p>
            <a:pPr marL="0" indent="0">
              <a:buNone/>
            </a:pPr>
            <a:r>
              <a:rPr dirty="0"/>
              <a:t>• Develop environmental data dashboards</a:t>
            </a:r>
          </a:p>
          <a:p>
            <a:pPr marL="0" indent="0">
              <a:buNone/>
            </a:pPr>
            <a:r>
              <a:rPr dirty="0"/>
              <a:t>• Increase green spaces around schools</a:t>
            </a:r>
          </a:p>
          <a:p>
            <a:pPr marL="0" indent="0">
              <a:buNone/>
            </a:pPr>
            <a:r>
              <a:rPr dirty="0"/>
              <a:t>• Integrate environmental data into policy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 supports evidence-based decisions</a:t>
            </a:r>
          </a:p>
          <a:p>
            <a:pPr marL="0" indent="0">
              <a:buNone/>
            </a:pPr>
            <a:r>
              <a:rPr dirty="0"/>
              <a:t>• Early intervention protects children’s health</a:t>
            </a:r>
          </a:p>
          <a:p>
            <a:pPr marL="0" indent="0">
              <a:buNone/>
            </a:pPr>
            <a:r>
              <a:rPr dirty="0"/>
              <a:t>• Cleaner schools improve learning outcomes</a:t>
            </a:r>
          </a:p>
          <a:p>
            <a:pPr marL="0" indent="0">
              <a:buNone/>
            </a:pPr>
            <a:r>
              <a:rPr dirty="0"/>
              <a:t>• Data-driven policy enables sustainable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154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Air Pollution Exposure in Nigerian Secondary Schools</vt:lpstr>
      <vt:lpstr>The Problem</vt:lpstr>
      <vt:lpstr>Study Design</vt:lpstr>
      <vt:lpstr>Key Findings</vt:lpstr>
      <vt:lpstr>Recommendations</vt:lpstr>
      <vt:lpstr>Why This Matters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Pollution Exposure in Nigerian Secondary Schools</dc:title>
  <dc:subject/>
  <dc:creator>user</dc:creator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2026-02-28T20:23:42Z</dcterms:modified>
  <cp:category/>
</cp:coreProperties>
</file>